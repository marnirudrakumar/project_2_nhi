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Basic Calculator using Python &amp; Tkinter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2 – NextHikes IT Solutions</a:t>
            </a:r>
          </a:p>
          <a:p>
            <a:r>
              <a:t>Your Name</a:t>
            </a:r>
          </a:p>
          <a:p>
            <a:r>
              <a:t>Data Science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GUI-based calculator built using Python and Tkinter.</a:t>
            </a:r>
          </a:p>
          <a:p>
            <a:r>
              <a:t>Performs addition, subtraction, multiplication, and division.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Tkinter</a:t>
            </a:r>
          </a:p>
          <a:p>
            <a:r>
              <a:t>• Visual Studio Code</a:t>
            </a:r>
          </a:p>
          <a:p>
            <a:r>
              <a:t>•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Display screen</a:t>
            </a:r>
          </a:p>
          <a:p>
            <a:r>
              <a:t>• Number buttons (0–9)</a:t>
            </a:r>
          </a:p>
          <a:p>
            <a:r>
              <a:t>• Operators (+, -, *, /)</a:t>
            </a:r>
          </a:p>
          <a:p>
            <a:r>
              <a:t>• Extra features (% , x² , √ , DEL)</a:t>
            </a:r>
          </a:p>
          <a:p>
            <a:r>
              <a:t>• Result (=) and Clear (C)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Tk() creates main window</a:t>
            </a:r>
          </a:p>
          <a:p>
            <a:r>
              <a:t>• Entry() creates display</a:t>
            </a:r>
          </a:p>
          <a:p>
            <a:r>
              <a:t>• Button() creates clickable buttons</a:t>
            </a:r>
          </a:p>
          <a:p>
            <a:r>
              <a:t>• eval() performs calculations</a:t>
            </a:r>
          </a:p>
          <a:p>
            <a:r>
              <a:t>• mainloop() runs 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Core Python concepts</a:t>
            </a:r>
          </a:p>
          <a:p>
            <a:r>
              <a:t>• GUI development</a:t>
            </a:r>
          </a:p>
          <a:p>
            <a:r>
              <a:t>• Application structure</a:t>
            </a:r>
          </a:p>
          <a:p>
            <a:r>
              <a:t>• GitHub usage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built a GUI calculator.</a:t>
            </a:r>
          </a:p>
          <a:p>
            <a:r>
              <a:t>Improved understanding of Python and application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